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2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8" r:id="rId4"/>
    <p:sldId id="265" r:id="rId5"/>
    <p:sldId id="260" r:id="rId6"/>
    <p:sldId id="261" r:id="rId7"/>
    <p:sldId id="259" r:id="rId8"/>
    <p:sldId id="262" r:id="rId9"/>
    <p:sldId id="263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8028800" cy="780288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tags" Target="tags/tag1.xml" /><Relationship Id="rId19" Type="http://schemas.openxmlformats.org/officeDocument/2006/relationships/presProps" Target="presProps.xml" /><Relationship Id="rId2" Type="http://schemas.openxmlformats.org/officeDocument/2006/relationships/slide" Target="slides/slide1.xml" /><Relationship Id="rId20" Type="http://schemas.openxmlformats.org/officeDocument/2006/relationships/viewProps" Target="viewProps.xml" /><Relationship Id="rId21" Type="http://schemas.openxmlformats.org/officeDocument/2006/relationships/theme" Target="theme/theme1.xml" /><Relationship Id="rId22" Type="http://schemas.openxmlformats.org/officeDocument/2006/relationships/tableStyles" Target="tableStyles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2E31A-DC97-4F04-A031-F059AB20C9CB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BFA6E-597C-4858-BDFE-0A72A8D848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2E31A-DC97-4F04-A031-F059AB20C9CB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BFA6E-597C-4858-BDFE-0A72A8D848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2E31A-DC97-4F04-A031-F059AB20C9CB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BFA6E-597C-4858-BDFE-0A72A8D848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2E31A-DC97-4F04-A031-F059AB20C9CB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BFA6E-597C-4858-BDFE-0A72A8D848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2E31A-DC97-4F04-A031-F059AB20C9CB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BFA6E-597C-4858-BDFE-0A72A8D848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2E31A-DC97-4F04-A031-F059AB20C9CB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BFA6E-597C-4858-BDFE-0A72A8D848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2E31A-DC97-4F04-A031-F059AB20C9CB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BFA6E-597C-4858-BDFE-0A72A8D848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2E31A-DC97-4F04-A031-F059AB20C9CB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BFA6E-597C-4858-BDFE-0A72A8D848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2E31A-DC97-4F04-A031-F059AB20C9CB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BFA6E-597C-4858-BDFE-0A72A8D848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2E31A-DC97-4F04-A031-F059AB20C9CB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BFA6E-597C-4858-BDFE-0A72A8D848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2E31A-DC97-4F04-A031-F059AB20C9CB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BFA6E-597C-4858-BDFE-0A72A8D848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2E31A-DC97-4F04-A031-F059AB20C9CB}" type="datetimeFigureOut">
              <a:rPr lang="en-US" smtClean="0"/>
              <a:t>1/15/2020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BFA6E-597C-4858-BDFE-0A72A8D848E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600200"/>
            <a:ext cx="7772400" cy="3584575"/>
          </a:xfrm>
        </p:spPr>
        <p:txBody>
          <a:bodyPr>
            <a:normAutofit/>
          </a:bodyPr>
          <a:lstStyle/>
          <a:p>
            <a:r>
              <a:rPr lang="en-US" smtClean="0"/>
              <a:t>Presentation </a:t>
            </a:r>
            <a:br>
              <a:rPr lang="en-US" smtClean="0"/>
            </a:br>
            <a:r>
              <a:rPr lang="en-US" smtClean="0"/>
              <a:t>on</a:t>
            </a:r>
            <a:br>
              <a:rPr lang="en-US" smtClean="0"/>
            </a:br>
            <a:r>
              <a:rPr lang="en-US" smtClean="0"/>
              <a:t>core java</a:t>
            </a:r>
            <a:endParaRPr lang="en-US"/>
          </a:p>
        </p:txBody>
      </p:sp>
      <p:sp>
        <p:nvSpPr>
          <p:cNvPr id="3" name="New shape" title=""/>
          <p:cNvSpPr/>
          <p:nvPr/>
        </p:nvSpPr>
        <p:spPr>
          <a:xfrm rot="16200000">
            <a:off x="2857500" y="3130142"/>
            <a:ext cx="3429000" cy="597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960">
                <a:solidFill>
                  <a:srgbClr val="E5E1E1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Content on java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What is java?</a:t>
            </a:r>
          </a:p>
          <a:p>
            <a:r>
              <a:rPr lang="en-US" smtClean="0"/>
              <a:t>Where is java used?</a:t>
            </a:r>
          </a:p>
          <a:p>
            <a:r>
              <a:rPr lang="en-US" smtClean="0"/>
              <a:t>Feature of java</a:t>
            </a:r>
          </a:p>
          <a:p>
            <a:r>
              <a:rPr lang="en-US" smtClean="0"/>
              <a:t>Java program translation</a:t>
            </a:r>
          </a:p>
          <a:p>
            <a:r>
              <a:rPr lang="en-US" smtClean="0"/>
              <a:t>Java virtual machine</a:t>
            </a:r>
          </a:p>
          <a:p>
            <a:r>
              <a:rPr lang="en-US" smtClean="0"/>
              <a:t>Java system overview</a:t>
            </a:r>
          </a:p>
          <a:p>
            <a:r>
              <a:rPr lang="en-US" smtClean="0"/>
              <a:t>Java program-development phase</a:t>
            </a:r>
          </a:p>
          <a:p>
            <a:r>
              <a:rPr lang="en-US" smtClean="0"/>
              <a:t>Advantage of java</a:t>
            </a:r>
          </a:p>
          <a:p>
            <a:r>
              <a:rPr lang="en-US" smtClean="0"/>
              <a:t>Disadvantage of java</a:t>
            </a:r>
            <a:endParaRPr lang="en-US"/>
          </a:p>
        </p:txBody>
      </p:sp>
      <p:sp>
        <p:nvSpPr>
          <p:cNvPr id="4" name="New shape" title=""/>
          <p:cNvSpPr/>
          <p:nvPr/>
        </p:nvSpPr>
        <p:spPr>
          <a:xfrm rot="16200000">
            <a:off x="2857500" y="3130142"/>
            <a:ext cx="3429000" cy="597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960">
                <a:solidFill>
                  <a:srgbClr val="E5E1E1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What is java?</a:t>
            </a:r>
            <a:br>
              <a:rPr lang="en-US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Clr>
                <a:schemeClr val="tx1"/>
              </a:buClr>
              <a:buFont typeface="Wingdings" pitchFamily="2" charset="2"/>
              <a:buChar char="Ø"/>
            </a:pPr>
            <a:r>
              <a:rPr lang="en-US" smtClean="0"/>
              <a:t>Java is a general – purpose , object-oriented programming language developed by sun </a:t>
            </a:r>
            <a:r>
              <a:rPr lang="en-US"/>
              <a:t>M</a:t>
            </a:r>
            <a:r>
              <a:rPr lang="en-US" smtClean="0"/>
              <a:t>icrosoft of USA in 1991.</a:t>
            </a:r>
          </a:p>
          <a:p>
            <a:pPr marL="514350" indent="-514350">
              <a:buClr>
                <a:schemeClr val="tx1"/>
              </a:buClr>
              <a:buFont typeface="Wingdings" pitchFamily="2" charset="2"/>
              <a:buChar char="Ø"/>
            </a:pPr>
            <a:r>
              <a:rPr lang="en-US" smtClean="0"/>
              <a:t>Originally called Oak by james gosling,one of the inventors of the language.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mtClean="0"/>
              <a:t>Java is a first programming language which provide the concept of writing programs that can be executed using the web.</a:t>
            </a:r>
            <a:endParaRPr lang="en-US"/>
          </a:p>
        </p:txBody>
      </p:sp>
      <p:sp>
        <p:nvSpPr>
          <p:cNvPr id="4" name="New shape" title=""/>
          <p:cNvSpPr/>
          <p:nvPr/>
        </p:nvSpPr>
        <p:spPr>
          <a:xfrm rot="16200000">
            <a:off x="2857500" y="3130142"/>
            <a:ext cx="3429000" cy="597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960">
                <a:solidFill>
                  <a:srgbClr val="E5E1E1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smtClean="0"/>
              <a:t>where  is  java used?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itchFamily="2" charset="2"/>
              <a:buChar char="Ø"/>
            </a:pPr>
            <a:r>
              <a:rPr lang="en-US" smtClean="0"/>
              <a:t>Desktop application :-acrobat reader,Media player,antiviruse etc.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Enterprise application :-</a:t>
            </a:r>
          </a:p>
          <a:p>
            <a:pPr>
              <a:buNone/>
            </a:pPr>
            <a:r>
              <a:rPr lang="en-US" smtClean="0"/>
              <a:t>      banking application,Business application.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  Mobile.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Embedded system.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Games.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Robotics.</a:t>
            </a:r>
            <a:endParaRPr lang="en-US"/>
          </a:p>
        </p:txBody>
      </p:sp>
      <p:sp>
        <p:nvSpPr>
          <p:cNvPr id="4" name="New shape" title=""/>
          <p:cNvSpPr/>
          <p:nvPr/>
        </p:nvSpPr>
        <p:spPr>
          <a:xfrm rot="16200000">
            <a:off x="2857500" y="3130142"/>
            <a:ext cx="3429000" cy="597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960">
                <a:solidFill>
                  <a:srgbClr val="E5E1E1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 java Features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Compiled and interpreted</a:t>
            </a:r>
          </a:p>
          <a:p>
            <a:r>
              <a:rPr lang="en-US" err="1" smtClean="0"/>
              <a:t>Plateform-independent and portable</a:t>
            </a:r>
          </a:p>
          <a:p>
            <a:r>
              <a:rPr lang="en-US" smtClean="0"/>
              <a:t>Object-oriented</a:t>
            </a:r>
          </a:p>
          <a:p>
            <a:r>
              <a:rPr lang="en-US" smtClean="0"/>
              <a:t>Robust and secure</a:t>
            </a:r>
          </a:p>
          <a:p>
            <a:r>
              <a:rPr lang="en-US" smtClean="0"/>
              <a:t>Distributed </a:t>
            </a:r>
          </a:p>
          <a:p>
            <a:r>
              <a:rPr lang="en-US" smtClean="0"/>
              <a:t>Familiar</a:t>
            </a:r>
          </a:p>
          <a:p>
            <a:r>
              <a:rPr lang="en-US" smtClean="0"/>
              <a:t>Simple and small</a:t>
            </a:r>
          </a:p>
          <a:p>
            <a:r>
              <a:rPr lang="en-US" smtClean="0"/>
              <a:t>High performance</a:t>
            </a:r>
          </a:p>
          <a:p>
            <a:pPr>
              <a:buNone/>
            </a:pPr>
            <a:endParaRPr lang="en-US"/>
          </a:p>
        </p:txBody>
      </p:sp>
      <p:sp>
        <p:nvSpPr>
          <p:cNvPr id="4" name="New shape" title=""/>
          <p:cNvSpPr/>
          <p:nvPr/>
        </p:nvSpPr>
        <p:spPr>
          <a:xfrm rot="16200000">
            <a:off x="2857500" y="3130142"/>
            <a:ext cx="3429000" cy="597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960">
                <a:solidFill>
                  <a:srgbClr val="E5E1E1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 H</a:t>
            </a:r>
            <a:r>
              <a:rPr lang="en-US" smtClean="0"/>
              <a:t>ow  java differs from c and c++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mtClean="0"/>
              <a:t>Java does not include the C unique statement keywords sizeof,and typedef.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Java does not contain the data types struct and union.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Java does not support an explicit pointer type.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Java does not have a preprocessor and therefore we cannot use #define,#include</a:t>
            </a:r>
            <a:r>
              <a:rPr lang="en-US"/>
              <a:t> </a:t>
            </a:r>
            <a:r>
              <a:rPr lang="en-US" smtClean="0"/>
              <a:t>statement.</a:t>
            </a:r>
            <a:endParaRPr lang="en-US"/>
          </a:p>
        </p:txBody>
      </p:sp>
      <p:sp>
        <p:nvSpPr>
          <p:cNvPr id="4" name="New shape" title=""/>
          <p:cNvSpPr/>
          <p:nvPr/>
        </p:nvSpPr>
        <p:spPr>
          <a:xfrm rot="16200000">
            <a:off x="2857500" y="3130142"/>
            <a:ext cx="3429000" cy="597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960">
                <a:solidFill>
                  <a:srgbClr val="E5E1E1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mtClean="0"/>
              <a:t>Java requires that the functions with no arguments must be declared with empty parenthesis and not with the </a:t>
            </a:r>
            <a:r>
              <a:rPr lang="en-US" sz="3600" smtClean="0"/>
              <a:t>void</a:t>
            </a:r>
            <a:r>
              <a:rPr lang="en-US" smtClean="0"/>
              <a:t> keyword as done in c.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Java adds new operators such as instanceof and &gt;&gt;.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Java adds labelled break and continue statement.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Java adds many features required for object-oriented programming.</a:t>
            </a:r>
            <a:endParaRPr lang="en-US"/>
          </a:p>
        </p:txBody>
      </p:sp>
      <p:sp>
        <p:nvSpPr>
          <p:cNvPr id="4" name="New shape" title=""/>
          <p:cNvSpPr/>
          <p:nvPr/>
        </p:nvSpPr>
        <p:spPr>
          <a:xfrm rot="16200000">
            <a:off x="2857500" y="3130142"/>
            <a:ext cx="3429000" cy="597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960">
                <a:solidFill>
                  <a:srgbClr val="E5E1E1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548353" y="609600"/>
            <a:ext cx="6047294" cy="55165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</p:pic>
      <p:sp>
        <p:nvSpPr>
          <p:cNvPr id="1027" name="New shape" title=""/>
          <p:cNvSpPr/>
          <p:nvPr/>
        </p:nvSpPr>
        <p:spPr>
          <a:xfrm rot="16200000">
            <a:off x="2857500" y="3130142"/>
            <a:ext cx="3429000" cy="597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960">
                <a:solidFill>
                  <a:srgbClr val="E5E1E1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</p:pic>
      <p:sp>
        <p:nvSpPr>
          <p:cNvPr id="2051" name="New shape" title=""/>
          <p:cNvSpPr/>
          <p:nvPr/>
        </p:nvSpPr>
        <p:spPr>
          <a:xfrm rot="16200000">
            <a:off x="2857500" y="3130142"/>
            <a:ext cx="3429000" cy="597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960">
                <a:solidFill>
                  <a:srgbClr val="E5E1E1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What is OOP?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mtClean="0"/>
              <a:t>Object-oriented programming is a method of implementation.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A language in which everything represent in the form of object is called object oriented programming language.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It not only makes the program less complex but also makes the software reuse feasible and possible.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Java is not truly object oriented programming language. </a:t>
            </a:r>
            <a:endParaRPr lang="en-US"/>
          </a:p>
        </p:txBody>
      </p:sp>
      <p:sp>
        <p:nvSpPr>
          <p:cNvPr id="4" name="New shape" title=""/>
          <p:cNvSpPr/>
          <p:nvPr/>
        </p:nvSpPr>
        <p:spPr>
          <a:xfrm rot="16200000">
            <a:off x="2857500" y="3130142"/>
            <a:ext cx="3429000" cy="597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960">
                <a:solidFill>
                  <a:srgbClr val="E5E1E1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Concept of oop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mtClean="0"/>
              <a:t>Object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Class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Encapsulation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Inheritance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Polymorphism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Abstraction</a:t>
            </a:r>
          </a:p>
          <a:p>
            <a:pPr>
              <a:buNone/>
            </a:pPr>
            <a:endParaRPr lang="en-US"/>
          </a:p>
        </p:txBody>
      </p:sp>
      <p:sp>
        <p:nvSpPr>
          <p:cNvPr id="4" name="New shape" title=""/>
          <p:cNvSpPr/>
          <p:nvPr/>
        </p:nvSpPr>
        <p:spPr>
          <a:xfrm rot="16200000">
            <a:off x="2857500" y="3130142"/>
            <a:ext cx="3429000" cy="597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960">
                <a:solidFill>
                  <a:srgbClr val="E5E1E1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Garbage collection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mtClean="0"/>
              <a:t>Garbage collection is the mechanism that De allocate the memory of an object when it is no longer referenced by a variable.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In c++, the memory of an object is released by use of delete operator.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Java virtual machine determines when to free up the memory of an object.</a:t>
            </a:r>
            <a:endParaRPr lang="en-US"/>
          </a:p>
        </p:txBody>
      </p:sp>
      <p:sp>
        <p:nvSpPr>
          <p:cNvPr id="4" name="New shape" title=""/>
          <p:cNvSpPr/>
          <p:nvPr/>
        </p:nvSpPr>
        <p:spPr>
          <a:xfrm rot="16200000">
            <a:off x="2857500" y="3130142"/>
            <a:ext cx="3429000" cy="597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960">
                <a:solidFill>
                  <a:srgbClr val="E5E1E1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Advantages of java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mtClean="0"/>
              <a:t> java is simple language.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Java does not support POINTERS.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Java is first language in which programs can be executed using web.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Write once run anywhere(WORA).</a:t>
            </a:r>
            <a:endParaRPr lang="en-US"/>
          </a:p>
        </p:txBody>
      </p:sp>
      <p:sp>
        <p:nvSpPr>
          <p:cNvPr id="4" name="New shape" title=""/>
          <p:cNvSpPr/>
          <p:nvPr/>
        </p:nvSpPr>
        <p:spPr>
          <a:xfrm rot="16200000">
            <a:off x="2857500" y="3130142"/>
            <a:ext cx="3429000" cy="597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960">
                <a:solidFill>
                  <a:srgbClr val="E5E1E1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Disadvantage on java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mtClean="0"/>
              <a:t>Slow performance.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No support for low level programming.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Poor features in java.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No control over Garbage collection.</a:t>
            </a:r>
            <a:endParaRPr lang="en-US"/>
          </a:p>
        </p:txBody>
      </p:sp>
      <p:sp>
        <p:nvSpPr>
          <p:cNvPr id="4" name="New shape" title=""/>
          <p:cNvSpPr/>
          <p:nvPr/>
        </p:nvSpPr>
        <p:spPr>
          <a:xfrm rot="16200000">
            <a:off x="2857500" y="3130142"/>
            <a:ext cx="3429000" cy="597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960">
                <a:solidFill>
                  <a:srgbClr val="E5E1E1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Java virtual machine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mtClean="0"/>
              <a:t>Java virtual machine is the like usual computer which translate high level language into machine language.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Just like that java virtual machine also translate Bytecode into machine language.</a:t>
            </a:r>
          </a:p>
          <a:p>
            <a:pPr>
              <a:buFont typeface="Wingdings" pitchFamily="2" charset="2"/>
              <a:buChar char="Ø"/>
            </a:pPr>
            <a:r>
              <a:rPr lang="en-US" smtClean="0"/>
              <a:t>JVM are available for many hardware and software plateform.</a:t>
            </a:r>
            <a:endParaRPr lang="en-US"/>
          </a:p>
        </p:txBody>
      </p:sp>
      <p:sp>
        <p:nvSpPr>
          <p:cNvPr id="4" name="New shape" title=""/>
          <p:cNvSpPr/>
          <p:nvPr/>
        </p:nvSpPr>
        <p:spPr>
          <a:xfrm rot="16200000">
            <a:off x="2857500" y="3130142"/>
            <a:ext cx="3429000" cy="597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960">
                <a:solidFill>
                  <a:srgbClr val="E5E1E1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Simple java program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mtClean="0"/>
              <a:t>Class SampleOne</a:t>
            </a:r>
            <a:endParaRPr lang="en-US" smtClean="0"/>
          </a:p>
          <a:p>
            <a:pPr>
              <a:buNone/>
            </a:pPr>
            <a:r>
              <a:rPr lang="en-US" smtClean="0"/>
              <a:t>{</a:t>
            </a:r>
          </a:p>
          <a:p>
            <a:pPr>
              <a:buNone/>
            </a:pPr>
            <a:r>
              <a:rPr lang="en-US" smtClean="0"/>
              <a:t>Public static void main(string args [])</a:t>
            </a:r>
          </a:p>
          <a:p>
            <a:pPr>
              <a:buNone/>
            </a:pPr>
            <a:r>
              <a:rPr lang="en-US" smtClean="0"/>
              <a:t>{</a:t>
            </a:r>
          </a:p>
          <a:p>
            <a:pPr>
              <a:buNone/>
            </a:pPr>
            <a:r>
              <a:rPr lang="en-US" smtClean="0"/>
              <a:t>System .out.println(“java is better than c++);</a:t>
            </a:r>
          </a:p>
          <a:p>
            <a:pPr>
              <a:buNone/>
            </a:pPr>
            <a:r>
              <a:rPr lang="en-US" smtClean="0"/>
              <a:t>}</a:t>
            </a:r>
          </a:p>
          <a:p>
            <a:pPr>
              <a:buNone/>
            </a:pPr>
            <a:r>
              <a:rPr lang="en-US" smtClean="0"/>
              <a:t>}</a:t>
            </a:r>
            <a:endParaRPr lang="en-US"/>
          </a:p>
        </p:txBody>
      </p:sp>
      <p:sp>
        <p:nvSpPr>
          <p:cNvPr id="4" name="New shape" title=""/>
          <p:cNvSpPr/>
          <p:nvPr/>
        </p:nvSpPr>
        <p:spPr>
          <a:xfrm rot="16200000">
            <a:off x="2857500" y="3130142"/>
            <a:ext cx="3429000" cy="5977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l"/>
            <a:r>
              <a:rPr sz="3960">
                <a:solidFill>
                  <a:srgbClr val="E5E1E1">
                    <a:alpha val="50196"/>
                  </a:srgbClr>
                </a:solidFill>
                <a:latin typeface="Arial"/>
                <a:ea typeface="Arial"/>
                <a:cs typeface="Arial"/>
              </a:rPr>
              <a:t>  KNOWZILLA  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29"/>
  <p:tag name="AS_OS" val="Unix 5.4.0.205"/>
  <p:tag name="AS_RELEASE_DATE" val="2022.05.14"/>
  <p:tag name="AS_TITLE" val="Aspose.Slides for .NET Standard 2.0"/>
  <p:tag name="AS_VERSION" val="22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Arial"/>
        <a:cs typeface="Arial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Arial"/>
        <a:cs typeface="Arial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95</Paragraphs>
  <Slides>16</Slides>
  <Notes>0</Notes>
  <TotalTime>199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baseType="lpstr" size="19">
      <vt:lpstr>Arial</vt:lpstr>
      <vt:lpstr>Wingdings</vt:lpstr>
      <vt:lpstr>Office Theme</vt:lpstr>
      <vt:lpstr>Presentation oncore java</vt:lpstr>
      <vt:lpstr>Content on java</vt:lpstr>
      <vt:lpstr>What is java?</vt:lpstr>
      <vt:lpstr>where  is  java used?</vt:lpstr>
      <vt:lpstr> java Features</vt:lpstr>
      <vt:lpstr> How  java differs from c and c++</vt:lpstr>
      <vt:lpstr>PowerPoint Presentation</vt:lpstr>
      <vt:lpstr>PowerPoint Presentation</vt:lpstr>
      <vt:lpstr>PowerPoint Presentation</vt:lpstr>
      <vt:lpstr>What is OOP?</vt:lpstr>
      <vt:lpstr>Concept of oop</vt:lpstr>
      <vt:lpstr>Garbage collection</vt:lpstr>
      <vt:lpstr>Advantages of java </vt:lpstr>
      <vt:lpstr>Disadvantage on java</vt:lpstr>
      <vt:lpstr>Java virtual machine</vt:lpstr>
      <vt:lpstr>Simple java program</vt:lpstr>
    </vt:vector>
  </TitlesOfParts>
  <LinksUpToDate>0</LinksUpToDate>
  <SharedDoc>0</SharedDoc>
  <HyperlinksChanged>0</HyperlinksChanged>
  <Application>Aspose.Slides for .NET</Application>
  <AppVersion>22.0500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Presentation on  core java </dc:title>
  <dc:creator>accounting lab 1</dc:creator>
  <cp:lastModifiedBy>accounting lab 1</cp:lastModifiedBy>
  <cp:revision>27</cp:revision>
  <dcterms:created xsi:type="dcterms:W3CDTF">2020-01-06T06:16:41Z</dcterms:created>
  <dcterms:modified xsi:type="dcterms:W3CDTF">2025-03-20T14:30:08Z</dcterms:modified>
</cp:coreProperties>
</file>